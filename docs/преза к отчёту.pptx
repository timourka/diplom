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58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4A6B85-6D34-4C68-A442-B07003057D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0F4531D-8ECA-4FE5-AD8B-1E23340024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35A87F7-C3E0-4C2A-B46E-D6EB01650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A7444-8A15-4E9D-906B-EB399EAD8DEE}" type="datetimeFigureOut">
              <a:rPr lang="ru-RU" smtClean="0"/>
              <a:t>14.12.2025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76DF53-BFD3-43B2-9B95-2A67557BB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41FDDF1-62E1-4413-8578-06B442FC9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58B86-E422-4F53-8A5C-CEBEE6EF3E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2414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5522DE-1227-42F0-B3E9-E3E7776A4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5DBAB1-2BE5-4874-9ECD-087317095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FF6E5D6-F752-411D-9527-650FCA5BF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A7444-8A15-4E9D-906B-EB399EAD8DEE}" type="datetimeFigureOut">
              <a:rPr lang="ru-RU" smtClean="0"/>
              <a:t>14.12.2025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8AE8C13-9668-42D2-A385-25974242B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EC1C2C-88E4-49DB-BB67-63300B976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58B86-E422-4F53-8A5C-CEBEE6EF3E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7604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32CF7D-77B3-43FA-BA38-15ED5FA3E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3A50BCA-2FC2-4186-B617-C2E5F432E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72C8CAF-B27C-4671-B750-C843E0BC2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A7444-8A15-4E9D-906B-EB399EAD8DEE}" type="datetimeFigureOut">
              <a:rPr lang="ru-RU" smtClean="0"/>
              <a:t>14.12.2025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DA708EE-1F28-4B1A-8D6B-1B0111475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138D1E-6049-4E19-A4D4-A1C100DA3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58B86-E422-4F53-8A5C-CEBEE6EF3E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7464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8E7107-3AB8-4108-847B-BC9A104A8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77ECC5-95AC-4CAD-87E7-A628B8B05D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C81A8A5-9A59-4E53-BBE5-3C6F63030E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12979D4-8E15-438E-A89A-70B3B9A10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A7444-8A15-4E9D-906B-EB399EAD8DEE}" type="datetimeFigureOut">
              <a:rPr lang="ru-RU" smtClean="0"/>
              <a:t>14.12.2025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470A514-2BED-4F83-AC9C-791D6BFFB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FAAD563-6E45-441C-82AA-2AAA5E0E0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58B86-E422-4F53-8A5C-CEBEE6EF3E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7418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1304F6-C7E8-4E03-8D85-BFBE28686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69DE65B-8868-4433-A548-F4255502D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B7F0D37-C2FF-4427-9CE0-7EEA39D63D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B2D4305-DD74-4CD5-9C41-C14FEB0F4C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4B824E9-09AD-4D19-9B23-9E6C7030A5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6789634-DF3B-4071-A567-10344677E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A7444-8A15-4E9D-906B-EB399EAD8DEE}" type="datetimeFigureOut">
              <a:rPr lang="ru-RU" smtClean="0"/>
              <a:t>14.12.2025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205B69E-D5CE-4843-8643-6CF31B46D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BD39EF0-78E3-46FE-943E-C2320C744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58B86-E422-4F53-8A5C-CEBEE6EF3E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5592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A28019-D4F4-4216-9EFC-A7FA2A769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01DEFE2-DFD0-47FF-A486-3AB4F3C21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A7444-8A15-4E9D-906B-EB399EAD8DEE}" type="datetimeFigureOut">
              <a:rPr lang="ru-RU" smtClean="0"/>
              <a:t>14.12.2025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27EFC3F-95C1-4758-80E5-A3E5A57F8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383164E-2D52-4A97-9A6F-9E12B56CA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58B86-E422-4F53-8A5C-CEBEE6EF3E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8806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007B3DF-2182-4878-94A9-673D5B09F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A7444-8A15-4E9D-906B-EB399EAD8DEE}" type="datetimeFigureOut">
              <a:rPr lang="ru-RU" smtClean="0"/>
              <a:t>14.12.2025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F4E93EB-4C59-49F9-A01E-4C4216B1C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A6E5E13-F921-46DA-A4EB-B85C5C5B9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58B86-E422-4F53-8A5C-CEBEE6EF3E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2531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940249-EAA0-4CC6-BD25-777D16692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BB2A50-4D86-493C-BB31-648F0122FB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9C94D27-E88C-49E9-BEF7-633A756EC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420F52E-96D4-4F57-88D7-BCF717306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A7444-8A15-4E9D-906B-EB399EAD8DEE}" type="datetimeFigureOut">
              <a:rPr lang="ru-RU" smtClean="0"/>
              <a:t>14.12.2025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2019BD8-236D-4264-85C9-9641B0A7B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C165CB7-1F36-47EA-8F77-CEC52C8AF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58B86-E422-4F53-8A5C-CEBEE6EF3E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1048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2D9C1E-7229-486B-8952-AA954F72C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EE02797-D329-40E1-A2BE-9D4775CDAC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65A3526-DC70-46D6-B02D-7CD2B281DF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25DF37A-1836-4590-B737-E46C6709D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A7444-8A15-4E9D-906B-EB399EAD8DEE}" type="datetimeFigureOut">
              <a:rPr lang="ru-RU" smtClean="0"/>
              <a:t>14.12.2025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42C4F89-5DFD-4A2E-B15B-7588CEA8C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B993B2E-945B-4E09-96BD-A92CFD0F0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58B86-E422-4F53-8A5C-CEBEE6EF3E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018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0743BD-90A4-4BB9-AF80-0F3C0C6F4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4C4CBB5-1E53-4A73-A479-4CD155A790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5F72EBB-53D6-4C47-AB64-8BF27C321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A7444-8A15-4E9D-906B-EB399EAD8DEE}" type="datetimeFigureOut">
              <a:rPr lang="ru-RU" smtClean="0"/>
              <a:t>14.12.2025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2CCC417-C96C-459E-91B5-62CC755F1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2913D5-415B-4C2A-8B9B-3AF242CCB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58B86-E422-4F53-8A5C-CEBEE6EF3E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7144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F9D9C29-4EE1-4A38-91DE-D61E2E4583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5CD9A21-D80D-47EF-B8DD-5594A81382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2E77026-9EA9-420A-9484-62F995FD2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A7444-8A15-4E9D-906B-EB399EAD8DEE}" type="datetimeFigureOut">
              <a:rPr lang="ru-RU" smtClean="0"/>
              <a:t>14.12.2025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815EDB-6A96-4849-B925-2D0B21EFE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65A2D5A-0D7A-4A16-824E-7B31C1B7A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58B86-E422-4F53-8A5C-CEBEE6EF3E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8314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476A9D-FB3E-4330-A815-FAABF0640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27C5794-3BD9-44A7-AD3B-32D00D5ED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272572D-E493-4CB5-A237-C83FA399F4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BA7444-8A15-4E9D-906B-EB399EAD8DEE}" type="datetimeFigureOut">
              <a:rPr lang="ru-RU" smtClean="0"/>
              <a:t>14.12.2025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FD15178-CFF8-488A-882C-B58E9ADAEE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F7C7ADD-25D1-4914-9648-726A9357F1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E58B86-E422-4F53-8A5C-CEBEE6EF3E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6435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78F24E-4287-4D7E-92F7-F8C1723FE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Кувшинов Тимур Пибд-41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0235A1-40B3-47B7-9B6E-EABD11AC8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Разработать мобильное приложение, которое помогает пользователю найти дату изготовления на продукте.</a:t>
            </a:r>
          </a:p>
        </p:txBody>
      </p:sp>
    </p:spTree>
    <p:extLst>
      <p:ext uri="{BB962C8B-B14F-4D97-AF65-F5344CB8AC3E}">
        <p14:creationId xmlns:p14="http://schemas.microsoft.com/office/powerpoint/2010/main" val="1313476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521CF2-360D-4094-B87B-8F7844F61C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652649"/>
          </a:xfrm>
        </p:spPr>
        <p:txBody>
          <a:bodyPr>
            <a:normAutofit fontScale="90000"/>
          </a:bodyPr>
          <a:lstStyle/>
          <a:p>
            <a:r>
              <a:rPr lang="ru-RU" dirty="0"/>
              <a:t>Что будет видеть пользователь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AFA7C5A-7D33-4607-9F8C-3BBEA12B5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0260" y="1775012"/>
            <a:ext cx="2312893" cy="488774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01273C6-2444-4468-B529-C102035AE4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7594" y="1371600"/>
            <a:ext cx="3893088" cy="590197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3F8B0D5-2207-414E-AC6E-EFAF8D6E81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0682" y="1775012"/>
            <a:ext cx="2214283" cy="479451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3BC9978-B614-4FAF-AB6E-D152CAB3FE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6803" y="1350688"/>
            <a:ext cx="3893089" cy="5901979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7E571D7-F9F7-4221-9B9C-CF131C86A8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077" y="3061998"/>
            <a:ext cx="3638878" cy="242440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175754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2ADEE2-C3FA-4A62-9CC5-B4156FBBE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Схема системы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0B57CE9-960C-4D55-B4C3-20A41A4189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741" y="1922622"/>
            <a:ext cx="3645274" cy="4315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22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22939-9776-46FA-8FC2-BF4F3F60C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Демонстрация прототипа</a:t>
            </a:r>
          </a:p>
        </p:txBody>
      </p:sp>
    </p:spTree>
    <p:extLst>
      <p:ext uri="{BB962C8B-B14F-4D97-AF65-F5344CB8AC3E}">
        <p14:creationId xmlns:p14="http://schemas.microsoft.com/office/powerpoint/2010/main" val="115970712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1221</TotalTime>
  <Words>24</Words>
  <Application>Microsoft Office PowerPoint</Application>
  <PresentationFormat>Широкоэкранный</PresentationFormat>
  <Paragraphs>5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Тема Office</vt:lpstr>
      <vt:lpstr>Кувшинов Тимур Пибд-41</vt:lpstr>
      <vt:lpstr>Что будет видеть пользователь</vt:lpstr>
      <vt:lpstr>Схема системы</vt:lpstr>
      <vt:lpstr>Демонстрация прототипа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Что будет видеть пользователь</dc:title>
  <dc:creator>БингоТак БингоТак</dc:creator>
  <cp:lastModifiedBy>БингоТак БингоТак</cp:lastModifiedBy>
  <cp:revision>3</cp:revision>
  <dcterms:created xsi:type="dcterms:W3CDTF">2025-12-11T23:17:01Z</dcterms:created>
  <dcterms:modified xsi:type="dcterms:W3CDTF">2025-12-13T20:54:07Z</dcterms:modified>
</cp:coreProperties>
</file>