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2" r:id="rId9"/>
    <p:sldId id="265" r:id="rId10"/>
    <p:sldId id="263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E2A082-C34D-42A6-B987-E31E16FFC7E1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FB7405-8975-40E2-93F9-04BEAF6AF4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3954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C90C4D-33D6-4D0B-ABC9-03870D4C52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6F02068-77FA-4B1C-8FFF-3E13B24A41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6A1D988-903D-4516-886C-004635ED4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D0691-F108-4652-97E1-525597AAA951}" type="datetime1">
              <a:rPr lang="ru-RU" smtClean="0"/>
              <a:t>13.02.2026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5070F6A-980D-42FB-9312-B93AAA129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4EBE00-23D3-4153-880A-EF10BFDC3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EFDC6-D6B7-4931-B41D-20D21EDF28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4077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EA86AF-8627-4878-AC7E-80240F7A6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51E030-3EDF-48F5-8D0C-3E69FA19DB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950F4AE-4093-4D97-8ADF-32309C119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F12E7-0056-419F-A4C5-18D68A9AC13E}" type="datetime1">
              <a:rPr lang="ru-RU" smtClean="0"/>
              <a:t>13.02.2026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CE6A572-DB34-43D2-BC58-A654D9ED6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4126DB1-94C6-407B-876C-AF4A09114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EFDC6-D6B7-4931-B41D-20D21EDF28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4919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8101C0-2313-4088-904F-0D57D2DBE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22ABB1C-3D2C-4797-938A-0B8A190CF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CB6E3D1-A641-4144-AA23-346704E8F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F9C93-28A5-4FF2-A88E-29733D9B0CA5}" type="datetime1">
              <a:rPr lang="ru-RU" smtClean="0"/>
              <a:t>13.02.2026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31DF4E2-9C40-47D8-AE1D-0852EF008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31504E4-16C8-4299-97CE-8B495A675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EFDC6-D6B7-4931-B41D-20D21EDF28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549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6A15B6-D231-4361-85DE-06E178F90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A8FC51-3296-42A7-A50B-0CFCA570F8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D1C6371-3F82-4B85-B185-6B5BE84662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572B0C7-ACC0-4F77-8213-C40233D2B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6057C-AA52-44DE-8F69-98D2E8DD2F17}" type="datetime1">
              <a:rPr lang="ru-RU" smtClean="0"/>
              <a:t>13.02.2026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147D25F-D9F3-428E-A35E-D42F9CCE9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6E586C1-9A2A-4254-9EEC-D633BA30D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EFDC6-D6B7-4931-B41D-20D21EDF28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9214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D02E2E-C77D-455E-9D20-A53514653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A0FADAB-D8D2-43D2-9BCA-AD59A8C22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453ABAC-D5C3-4C04-82F4-F51345F7F5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A208E2A-CA6A-4D10-A8DB-8F4D8B2F99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0DD633D-3945-452D-9927-DDEE0F378B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983F27B-AC16-4243-A62B-C29CF3626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6892C-B7D4-4E1A-959F-870570214249}" type="datetime1">
              <a:rPr lang="ru-RU" smtClean="0"/>
              <a:t>13.02.2026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496FD90-6647-4F3C-BE4B-303CDE920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373C5EB-A74F-40B2-9EED-07D3B39D1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EFDC6-D6B7-4931-B41D-20D21EDF28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3637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B731DF-48AD-4BA8-8EDE-28A63B3F7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0F77DC2-7A05-45B4-BEEE-852C17DAF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88F68-7949-4625-AC87-F2E8E5B1A8BA}" type="datetime1">
              <a:rPr lang="ru-RU" smtClean="0"/>
              <a:t>13.02.2026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354CB8B-EF50-4415-A871-A5B9A8940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FB2E70A-0456-4BEB-B8E6-98109EAA9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EFDC6-D6B7-4931-B41D-20D21EDF28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1852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C348B14-FF83-4D6B-BE50-AAB68303E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5D0BF-A413-4880-AC74-96272D27887E}" type="datetime1">
              <a:rPr lang="ru-RU" smtClean="0"/>
              <a:t>13.02.2026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2EB98FF-B816-4E53-974F-0F3744B3D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5244525-6E55-4CDF-A78F-B490E62E9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EFDC6-D6B7-4931-B41D-20D21EDF28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2208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A5ADBD-4F78-4F80-9A1A-319D52005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BC420F-BD71-4AA0-BB07-AE1B90F312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6E69716-EA3A-4B57-9754-24BFF67328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85F40D4-731E-42C4-9185-8091A8252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A44D0-24E8-403C-AFE8-9F454D313512}" type="datetime1">
              <a:rPr lang="ru-RU" smtClean="0"/>
              <a:t>13.02.2026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1882F63-57EB-49C5-8F09-CCF9F1A03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A26F347-2AA2-4697-B221-C1545DC2C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EFDC6-D6B7-4931-B41D-20D21EDF28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0617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5BA920-AB23-4D0E-B258-734BFAEAC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86E636C-41CD-463A-AF21-D89714C92F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12EF2E4-A119-411E-A863-D383C05A73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5460C9A-1115-4DEE-B38C-89BBEBD18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BEE11-7CF4-478C-8DE5-2A5D8BD41708}" type="datetime1">
              <a:rPr lang="ru-RU" smtClean="0"/>
              <a:t>13.02.2026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12DFE35-182E-438E-A4DD-3843FAE68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9CE8EBC-0AB7-47F2-BC97-7F1A1AB09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EFDC6-D6B7-4931-B41D-20D21EDF28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0739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3EA842-FEA5-4107-B2DF-65D2AE921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77A3C4E-C19C-488A-919E-AFEE54A6BB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DBBF572-3786-40AC-AE32-D8B323E58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8049B-7DB5-4961-8C57-983453059E6D}" type="datetime1">
              <a:rPr lang="ru-RU" smtClean="0"/>
              <a:t>13.02.2026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ECAC8C9-47B8-48D8-A27C-4E1A45C6D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A02C97-6D20-4C6C-B75F-A50437B6F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EFDC6-D6B7-4931-B41D-20D21EDF28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6520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9296736-CF74-466C-8EC7-69562D1DC5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B8CFE58-E3DE-4FD0-8984-558FE5ECB1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6B030F9-D7FC-4C49-9144-08CFD01BE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7482B-9BAD-45F2-8533-86A9D809028F}" type="datetime1">
              <a:rPr lang="ru-RU" smtClean="0"/>
              <a:t>13.02.2026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4FAB17F-A3CA-4976-B3FB-35E0C2497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976600A-DBE9-4E87-8995-A2AB44F45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EFDC6-D6B7-4931-B41D-20D21EDF28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6921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ECBA8A-00BD-4D23-B6DD-B0DE75662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3B9360-8076-47D2-8646-2FBD91EFB2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E444CA-2542-4A8F-A89C-2A2E49928E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F037D6-833F-4A69-AADA-B4C6F4735715}" type="datetime1">
              <a:rPr lang="ru-RU" smtClean="0"/>
              <a:t>13.02.2026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4459D9F-34B3-404A-90A5-1E1800BF2B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078A8CD-B618-4AD3-A1E0-F9ED06A6E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EFDC6-D6B7-4931-B41D-20D21EDF28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4976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885F6D-F3FA-4676-A361-B9B3EB457C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32778"/>
          </a:xfrm>
        </p:spPr>
        <p:txBody>
          <a:bodyPr>
            <a:normAutofit fontScale="90000"/>
          </a:bodyPr>
          <a:lstStyle/>
          <a:p>
            <a:r>
              <a:rPr lang="ru-RU" dirty="0"/>
              <a:t>Разработка мобильного приложения проверки даты изготовления продукта на </a:t>
            </a:r>
            <a:r>
              <a:rPr lang="ru-RU" dirty="0" err="1"/>
              <a:t>Flutter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BEED641-5CF6-4545-8454-944D24540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EFDC6-D6B7-4931-B41D-20D21EDF2879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2654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F3A796-6839-4018-8719-AE9ADBD0F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Актуальность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7CFF89-3B3F-4C96-9959-39EC2F22E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Дата изготовления и срок годности на упаковках часто нанесены </a:t>
            </a:r>
            <a:r>
              <a:rPr lang="ru-RU" b="1" dirty="0"/>
              <a:t>мелко</a:t>
            </a:r>
            <a:r>
              <a:rPr lang="ru-RU" dirty="0"/>
              <a:t>, </a:t>
            </a:r>
            <a:r>
              <a:rPr lang="ru-RU" b="1" dirty="0"/>
              <a:t>неоднородно</a:t>
            </a:r>
            <a:r>
              <a:rPr lang="ru-RU" dirty="0"/>
              <a:t>, могут быть </a:t>
            </a:r>
            <a:r>
              <a:rPr lang="ru-RU" b="1" dirty="0"/>
              <a:t>стёрты</a:t>
            </a:r>
            <a:r>
              <a:rPr lang="ru-RU" dirty="0"/>
              <a:t> или плохо читаемы.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Ошибки при проверке приводят к </a:t>
            </a:r>
            <a:r>
              <a:rPr lang="ru-RU" b="1" dirty="0"/>
              <a:t>продаже просроченных товаров</a:t>
            </a:r>
            <a:r>
              <a:rPr lang="ru-RU" dirty="0"/>
              <a:t>, </a:t>
            </a:r>
            <a:r>
              <a:rPr lang="ru-RU" b="1" dirty="0"/>
              <a:t>рискам для здоровья</a:t>
            </a:r>
            <a:r>
              <a:rPr lang="ru-RU" dirty="0"/>
              <a:t> и </a:t>
            </a:r>
            <a:r>
              <a:rPr lang="ru-RU" b="1" dirty="0"/>
              <a:t>финансовым потерям.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Автоматизация проверки с помощью мобильного приложения позволяет </a:t>
            </a:r>
            <a:r>
              <a:rPr lang="ru-RU" b="1" dirty="0"/>
              <a:t>ускорить контроль</a:t>
            </a:r>
            <a:r>
              <a:rPr lang="ru-RU" dirty="0"/>
              <a:t>, </a:t>
            </a:r>
            <a:r>
              <a:rPr lang="ru-RU" b="1" dirty="0"/>
              <a:t>снизить долю ошибок</a:t>
            </a:r>
            <a:r>
              <a:rPr lang="ru-RU" dirty="0"/>
              <a:t> и упростить задачу пользователю/персоналу.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0864C68-BB48-412C-A8D2-C304821E5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EFDC6-D6B7-4931-B41D-20D21EDF2879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462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E8F2C6-6E05-4BA5-83ED-0E714F7F2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Цель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7A46267-EEAF-4AC5-AF73-DD6EE8A09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Снижение числа ошибок при проверке сроков годности и сокращение трудозатрат пользователя за счёт автоматизации поиска даты на упаковке товара средствами компьютерного зрения.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C1436B4-B0B1-43AC-BDA6-BE95675AB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EFDC6-D6B7-4931-B41D-20D21EDF2879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2816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1CDB0E-1017-403D-BC52-E6B402A71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Задачи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EEC9D9-359F-4268-A385-3E60B5358E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/>
          <a:lstStyle/>
          <a:p>
            <a:r>
              <a:rPr lang="ru-RU" dirty="0"/>
              <a:t>Анализ аналогов (учёт сроков / приложения-сканеры).</a:t>
            </a:r>
          </a:p>
          <a:p>
            <a:r>
              <a:rPr lang="ru-RU" dirty="0"/>
              <a:t>Формирование требований и разработка ТЗ.</a:t>
            </a:r>
          </a:p>
          <a:p>
            <a:r>
              <a:rPr lang="ru-RU" dirty="0"/>
              <a:t>Проектирование архитектуры и прототипа системы.</a:t>
            </a:r>
          </a:p>
          <a:p>
            <a:r>
              <a:rPr lang="ru-RU" dirty="0"/>
              <a:t>Подготовка </a:t>
            </a:r>
            <a:r>
              <a:rPr lang="ru-RU" dirty="0" err="1"/>
              <a:t>датасета</a:t>
            </a:r>
            <a:r>
              <a:rPr lang="ru-RU" dirty="0"/>
              <a:t>: сбор и разметка фото/видео с датой.</a:t>
            </a:r>
          </a:p>
          <a:p>
            <a:r>
              <a:rPr lang="ru-RU" dirty="0"/>
              <a:t>Обучение детектора YOLO для локализации области даты.</a:t>
            </a:r>
          </a:p>
          <a:p>
            <a:r>
              <a:rPr lang="ru-RU" dirty="0"/>
              <a:t>Реализация системы.</a:t>
            </a:r>
          </a:p>
          <a:p>
            <a:r>
              <a:rPr lang="ru-RU" dirty="0"/>
              <a:t>Оценка качества и план развития.</a:t>
            </a:r>
          </a:p>
          <a:p>
            <a:r>
              <a:rPr lang="ru-RU" dirty="0"/>
              <a:t>Подготовка отчёта.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C9D8D4E-117D-4D2D-BC35-539ACAD43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EFDC6-D6B7-4931-B41D-20D21EDF2879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6578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8FEC36-EFAE-4ABE-8EAE-7F058913B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</a:t>
            </a:r>
            <a:r>
              <a:rPr lang="ru-RU" dirty="0" err="1"/>
              <a:t>аналагов</a:t>
            </a:r>
            <a:endParaRPr lang="ru-RU" dirty="0"/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FFB46B05-BF83-413E-AF51-9D90E3799B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9948445"/>
              </p:ext>
            </p:extLst>
          </p:nvPr>
        </p:nvGraphicFramePr>
        <p:xfrm>
          <a:off x="555811" y="1524000"/>
          <a:ext cx="8376339" cy="507329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94085">
                  <a:extLst>
                    <a:ext uri="{9D8B030D-6E8A-4147-A177-3AD203B41FA5}">
                      <a16:colId xmlns:a16="http://schemas.microsoft.com/office/drawing/2014/main" val="316839909"/>
                    </a:ext>
                  </a:extLst>
                </a:gridCol>
                <a:gridCol w="2652129">
                  <a:extLst>
                    <a:ext uri="{9D8B030D-6E8A-4147-A177-3AD203B41FA5}">
                      <a16:colId xmlns:a16="http://schemas.microsoft.com/office/drawing/2014/main" val="1274934227"/>
                    </a:ext>
                  </a:extLst>
                </a:gridCol>
                <a:gridCol w="1536040">
                  <a:extLst>
                    <a:ext uri="{9D8B030D-6E8A-4147-A177-3AD203B41FA5}">
                      <a16:colId xmlns:a16="http://schemas.microsoft.com/office/drawing/2014/main" val="719494999"/>
                    </a:ext>
                  </a:extLst>
                </a:gridCol>
                <a:gridCol w="2094085">
                  <a:extLst>
                    <a:ext uri="{9D8B030D-6E8A-4147-A177-3AD203B41FA5}">
                      <a16:colId xmlns:a16="http://schemas.microsoft.com/office/drawing/2014/main" val="1322461607"/>
                    </a:ext>
                  </a:extLst>
                </a:gridCol>
              </a:tblGrid>
              <a:tr h="53649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Функция / система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93" marR="3699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BEEP – </a:t>
                      </a:r>
                      <a:r>
                        <a:rPr lang="ru-RU" sz="1100" dirty="0" err="1">
                          <a:effectLst/>
                        </a:rPr>
                        <a:t>Expiry</a:t>
                      </a:r>
                      <a:r>
                        <a:rPr lang="ru-RU" sz="1100" dirty="0">
                          <a:effectLst/>
                        </a:rPr>
                        <a:t> </a:t>
                      </a:r>
                      <a:r>
                        <a:rPr lang="ru-RU" sz="1100" dirty="0" err="1">
                          <a:effectLst/>
                        </a:rPr>
                        <a:t>Date</a:t>
                      </a:r>
                      <a:r>
                        <a:rPr lang="ru-RU" sz="1100" dirty="0">
                          <a:effectLst/>
                        </a:rPr>
                        <a:t> </a:t>
                      </a:r>
                      <a:r>
                        <a:rPr lang="ru-RU" sz="1100" dirty="0" err="1">
                          <a:effectLst/>
                        </a:rPr>
                        <a:t>Tracking</a:t>
                      </a:r>
                      <a:r>
                        <a:rPr lang="ru-RU" sz="1100" dirty="0">
                          <a:effectLst/>
                        </a:rPr>
                        <a:t> (и аналоги инвентаризации)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93" marR="3699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Zuzanka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93" marR="3699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Разрабатываемая система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93" marR="36993" marT="0" marB="0"/>
                </a:tc>
                <a:extLst>
                  <a:ext uri="{0D108BD9-81ED-4DB2-BD59-A6C34878D82A}">
                    <a16:rowId xmlns:a16="http://schemas.microsoft.com/office/drawing/2014/main" val="1873773850"/>
                  </a:ext>
                </a:extLst>
              </a:tr>
              <a:tr h="81984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Автоматическая детекция области даты (bbox/подсветка)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93" marR="369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-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93" marR="36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-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93" marR="36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+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93" marR="36993" marT="0" marB="0" anchor="ctr"/>
                </a:tc>
                <a:extLst>
                  <a:ext uri="{0D108BD9-81ED-4DB2-BD59-A6C34878D82A}">
                    <a16:rowId xmlns:a16="http://schemas.microsoft.com/office/drawing/2014/main" val="2979413124"/>
                  </a:ext>
                </a:extLst>
              </a:tr>
              <a:tr h="53649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Автоматическое чтение даты (OCR) в значение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93" marR="369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-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93" marR="36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+-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93" marR="36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+-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93" marR="36993" marT="0" marB="0" anchor="ctr"/>
                </a:tc>
                <a:extLst>
                  <a:ext uri="{0D108BD9-81ED-4DB2-BD59-A6C34878D82A}">
                    <a16:rowId xmlns:a16="http://schemas.microsoft.com/office/drawing/2014/main" val="3909508430"/>
                  </a:ext>
                </a:extLst>
              </a:tr>
              <a:tr h="53649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Работа при “неидеальной” съемке (угол/свет/размытие)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93" marR="369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+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93" marR="36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-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93" marR="36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+-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93" marR="36993" marT="0" marB="0" anchor="ctr"/>
                </a:tc>
                <a:extLst>
                  <a:ext uri="{0D108BD9-81ED-4DB2-BD59-A6C34878D82A}">
                    <a16:rowId xmlns:a16="http://schemas.microsoft.com/office/drawing/2014/main" val="978972107"/>
                  </a:ext>
                </a:extLst>
              </a:tr>
              <a:tr h="49800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Ручной ввод даты (fallback)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93" marR="369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+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93" marR="36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-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93" marR="36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+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93" marR="36993" marT="0" marB="0" anchor="ctr"/>
                </a:tc>
                <a:extLst>
                  <a:ext uri="{0D108BD9-81ED-4DB2-BD59-A6C34878D82A}">
                    <a16:rowId xmlns:a16="http://schemas.microsoft.com/office/drawing/2014/main" val="2880576175"/>
                  </a:ext>
                </a:extLst>
              </a:tr>
              <a:tr h="53649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Сообщение об ошибке + сбор фидбека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93" marR="369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-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93" marR="36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-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93" marR="36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+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93" marR="36993" marT="0" marB="0" anchor="ctr"/>
                </a:tc>
                <a:extLst>
                  <a:ext uri="{0D108BD9-81ED-4DB2-BD59-A6C34878D82A}">
                    <a16:rowId xmlns:a16="http://schemas.microsoft.com/office/drawing/2014/main" val="1748920008"/>
                  </a:ext>
                </a:extLst>
              </a:tr>
              <a:tr h="53649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Дообучение модели на новых примерах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93" marR="369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-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93" marR="36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-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93" marR="36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+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93" marR="36993" marT="0" marB="0" anchor="ctr"/>
                </a:tc>
                <a:extLst>
                  <a:ext uri="{0D108BD9-81ED-4DB2-BD59-A6C34878D82A}">
                    <a16:rowId xmlns:a16="http://schemas.microsoft.com/office/drawing/2014/main" val="1387772327"/>
                  </a:ext>
                </a:extLst>
              </a:tr>
              <a:tr h="53649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Офлайн-детекция на телефоне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93" marR="369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-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93" marR="36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-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93" marR="36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+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93" marR="36993" marT="0" marB="0" anchor="ctr"/>
                </a:tc>
                <a:extLst>
                  <a:ext uri="{0D108BD9-81ED-4DB2-BD59-A6C34878D82A}">
                    <a16:rowId xmlns:a16="http://schemas.microsoft.com/office/drawing/2014/main" val="43787470"/>
                  </a:ext>
                </a:extLst>
              </a:tr>
              <a:tr h="53649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Мультиплатформенность (Android + iOS)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93" marR="369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+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93" marR="36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+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93" marR="36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+-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93" marR="36993" marT="0" marB="0" anchor="ctr"/>
                </a:tc>
                <a:extLst>
                  <a:ext uri="{0D108BD9-81ED-4DB2-BD59-A6C34878D82A}">
                    <a16:rowId xmlns:a16="http://schemas.microsoft.com/office/drawing/2014/main" val="3489096472"/>
                  </a:ext>
                </a:extLst>
              </a:tr>
            </a:tbl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64F34F6-2648-4B7C-8D42-B2B3F041C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EFDC6-D6B7-4931-B41D-20D21EDF2879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5211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F882BB-4A62-4444-A9DC-CFB484B61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технологии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B32492-CCEA-4C53-9349-11C128617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Flutter </a:t>
            </a:r>
            <a:r>
              <a:rPr lang="ru-RU" dirty="0"/>
              <a:t>+</a:t>
            </a:r>
            <a:r>
              <a:rPr lang="en-US" dirty="0"/>
              <a:t> Dart </a:t>
            </a:r>
            <a:endParaRPr lang="ru-RU" dirty="0"/>
          </a:p>
          <a:p>
            <a:r>
              <a:rPr lang="en-US" dirty="0"/>
              <a:t>ASP.NET Core + EF Core</a:t>
            </a:r>
            <a:endParaRPr lang="ru-RU" dirty="0"/>
          </a:p>
          <a:p>
            <a:r>
              <a:rPr lang="en-US" dirty="0"/>
              <a:t>PostgreSQL</a:t>
            </a:r>
            <a:endParaRPr lang="ru-RU" dirty="0"/>
          </a:p>
          <a:p>
            <a:r>
              <a:rPr lang="en-US" dirty="0"/>
              <a:t>Python + </a:t>
            </a:r>
            <a:r>
              <a:rPr lang="en-US" dirty="0" err="1"/>
              <a:t>PyTorch</a:t>
            </a:r>
            <a:r>
              <a:rPr lang="en-US" dirty="0"/>
              <a:t> + </a:t>
            </a:r>
            <a:r>
              <a:rPr lang="en-US" dirty="0" err="1"/>
              <a:t>Ultralytics</a:t>
            </a:r>
            <a:r>
              <a:rPr lang="en-US" dirty="0"/>
              <a:t> YOLO + OpenCV</a:t>
            </a:r>
            <a:endParaRPr lang="ru-RU" dirty="0"/>
          </a:p>
          <a:p>
            <a:r>
              <a:rPr lang="en-US" dirty="0"/>
              <a:t>OCR: Tesseract/</a:t>
            </a:r>
            <a:r>
              <a:rPr lang="en-US" dirty="0" err="1"/>
              <a:t>EasyOCRONNX</a:t>
            </a:r>
            <a:r>
              <a:rPr lang="ru-RU" dirty="0"/>
              <a:t> + </a:t>
            </a:r>
            <a:r>
              <a:rPr lang="en-US" dirty="0" err="1"/>
              <a:t>TFLite</a:t>
            </a:r>
            <a:r>
              <a:rPr lang="en-US" dirty="0"/>
              <a:t> (</a:t>
            </a:r>
            <a:r>
              <a:rPr lang="ru-RU" dirty="0"/>
              <a:t>мобильный </a:t>
            </a:r>
            <a:r>
              <a:rPr lang="ru-RU" dirty="0" err="1"/>
              <a:t>инференс</a:t>
            </a:r>
            <a:r>
              <a:rPr lang="ru-RU" dirty="0"/>
              <a:t>)</a:t>
            </a:r>
          </a:p>
          <a:p>
            <a:r>
              <a:rPr lang="en-US" dirty="0"/>
              <a:t>GitHub</a:t>
            </a:r>
            <a:r>
              <a:rPr lang="ru-RU" dirty="0"/>
              <a:t>, </a:t>
            </a:r>
            <a:r>
              <a:rPr lang="en-US" dirty="0"/>
              <a:t>Docker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E5EB3D0-241A-4250-9B0C-F7AB01C02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EFDC6-D6B7-4931-B41D-20D21EDF2879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8237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3D5C23-D98E-469C-9562-4105E83B6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проект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7B1B7B8A-5D55-4B9E-A8B9-67036785A9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54" y="1264024"/>
            <a:ext cx="12037046" cy="5355309"/>
          </a:xfrm>
        </p:spPr>
      </p:pic>
      <p:sp>
        <p:nvSpPr>
          <p:cNvPr id="12" name="Номер слайда 11">
            <a:extLst>
              <a:ext uri="{FF2B5EF4-FFF2-40B4-BE49-F238E27FC236}">
                <a16:creationId xmlns:a16="http://schemas.microsoft.com/office/drawing/2014/main" id="{FDCBA67C-0F66-4EA9-A088-F12C1C7FC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EFDC6-D6B7-4931-B41D-20D21EDF2879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2706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7C8D40-04F2-4CCD-8C74-B8833DB05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что уже готово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4084A7B-AD8C-4778-A9DC-48FE0F0BF4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2555"/>
            <a:ext cx="9637059" cy="1869141"/>
          </a:xfrm>
        </p:spPr>
        <p:txBody>
          <a:bodyPr>
            <a:normAutofit/>
          </a:bodyPr>
          <a:lstStyle/>
          <a:p>
            <a:r>
              <a:rPr lang="ru-RU" sz="2400" dirty="0"/>
              <a:t>Проведены эксперименты с обучением моделей распознавания</a:t>
            </a:r>
          </a:p>
          <a:p>
            <a:r>
              <a:rPr lang="ru-RU" sz="2400" dirty="0"/>
              <a:t>Спроектирована система</a:t>
            </a:r>
          </a:p>
          <a:p>
            <a:r>
              <a:rPr lang="ru-RU" sz="2400" dirty="0"/>
              <a:t>Основной функционал бэка</a:t>
            </a:r>
          </a:p>
          <a:p>
            <a:r>
              <a:rPr lang="ru-RU" sz="2400" dirty="0"/>
              <a:t>Создан проект мобильного приложения</a:t>
            </a:r>
          </a:p>
          <a:p>
            <a:endParaRPr lang="ru-RU" sz="24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85D1F16-F833-4CAF-AE27-61599EEF21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331696"/>
            <a:ext cx="2375647" cy="350079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D0F3BEF-047D-4578-BE2F-5C92ABB671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276" y="3316530"/>
            <a:ext cx="6844553" cy="3500796"/>
          </a:xfrm>
          <a:prstGeom prst="rect">
            <a:avLst/>
          </a:prstGeom>
        </p:spPr>
      </p:pic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2648183D-EF4D-44F4-9E03-5B052B94C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EFDC6-D6B7-4931-B41D-20D21EDF2879}" type="slidenum">
              <a:rPr lang="ru-RU" smtClean="0"/>
              <a:t>8</a:t>
            </a:fld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C48362-CB34-4D71-9B26-82EE0E2675B7}"/>
              </a:ext>
            </a:extLst>
          </p:cNvPr>
          <p:cNvSpPr txBox="1"/>
          <p:nvPr/>
        </p:nvSpPr>
        <p:spPr>
          <a:xfrm>
            <a:off x="4744348" y="938259"/>
            <a:ext cx="1351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30/55 задач</a:t>
            </a:r>
          </a:p>
        </p:txBody>
      </p:sp>
    </p:spTree>
    <p:extLst>
      <p:ext uri="{BB962C8B-B14F-4D97-AF65-F5344CB8AC3E}">
        <p14:creationId xmlns:p14="http://schemas.microsoft.com/office/powerpoint/2010/main" val="136079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C2B5F63-2D5B-4C4B-B136-CC41F3D8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EFDC6-D6B7-4931-B41D-20D21EDF2879}" type="slidenum">
              <a:rPr lang="ru-RU" smtClean="0"/>
              <a:t>9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1CD795E-7BBD-43AC-9591-1BC01640BA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100" y="0"/>
            <a:ext cx="3086100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27D1F07-C458-4DD3-9186-68EA5D04BD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0"/>
            <a:ext cx="3086100" cy="68580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C6716ED-FC45-4550-89D3-2A89C62E17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8300" y="0"/>
            <a:ext cx="3086100" cy="685800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E189043-93B5-4641-A01D-F9FA887D2A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30861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931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AF29A0-C95B-4242-BF7B-753BF5A48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за внимание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B99A55-1D51-4468-9E7D-6FDBE225E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100" name="Picture 4" descr="Смешные картинки Всем спасибо за внимание 27 фото">
            <a:extLst>
              <a:ext uri="{FF2B5EF4-FFF2-40B4-BE49-F238E27FC236}">
                <a16:creationId xmlns:a16="http://schemas.microsoft.com/office/drawing/2014/main" id="{621A5330-C0DD-45AA-A365-B659D636E1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7650" y="0"/>
            <a:ext cx="91567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C53B770-9D90-40DB-B4FB-3559761DA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EFDC6-D6B7-4931-B41D-20D21EDF2879}" type="slidenum">
              <a:rPr lang="ru-RU" smtClean="0"/>
              <a:t>10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557E756-FE7F-474D-A342-B199569553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605" y="975792"/>
            <a:ext cx="156730" cy="123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59245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</TotalTime>
  <Words>309</Words>
  <Application>Microsoft Office PowerPoint</Application>
  <PresentationFormat>Широкоэкранный</PresentationFormat>
  <Paragraphs>78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-apple-system</vt:lpstr>
      <vt:lpstr>Arial</vt:lpstr>
      <vt:lpstr>Calibri</vt:lpstr>
      <vt:lpstr>Calibri Light</vt:lpstr>
      <vt:lpstr>Times New Roman</vt:lpstr>
      <vt:lpstr>Тема Office</vt:lpstr>
      <vt:lpstr>Разработка мобильного приложения проверки даты изготовления продукта на Flutter</vt:lpstr>
      <vt:lpstr>Актуальность</vt:lpstr>
      <vt:lpstr>Цель</vt:lpstr>
      <vt:lpstr>Задачи</vt:lpstr>
      <vt:lpstr>Анализ аналагов</vt:lpstr>
      <vt:lpstr>технологии</vt:lpstr>
      <vt:lpstr>проект</vt:lpstr>
      <vt:lpstr>что уже готово</vt:lpstr>
      <vt:lpstr>Презентация PowerPoint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мобильного приложения проверки даты изготовления продукта на Flutter</dc:title>
  <dc:creator>БингоТак БингоТак</dc:creator>
  <cp:lastModifiedBy>БингоТак БингоТак</cp:lastModifiedBy>
  <cp:revision>4</cp:revision>
  <dcterms:created xsi:type="dcterms:W3CDTF">2026-02-12T18:50:22Z</dcterms:created>
  <dcterms:modified xsi:type="dcterms:W3CDTF">2026-02-12T23:39:21Z</dcterms:modified>
</cp:coreProperties>
</file>